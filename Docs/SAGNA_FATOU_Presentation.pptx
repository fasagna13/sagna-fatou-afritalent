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8B1A1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freelances tech &amp; entreprises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20116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SAGNA Fatou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— Semestre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: palette &amp; typographie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JavaScript &amp; Bootstrap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&amp; déploiement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rgbClr val="A8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44951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explose en Afrique. AfriTalent est une plateforme fictive qui connecte développeurs, designers et créateurs de contenu avec des entreprises à la recherche de talents.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663440" y="2743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site vitrine complet, moderne et responsive qui présente la plateforme, ses tarifs et des profils de freelances, tout en incitant les visiteurs à s'inscrire.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663440" y="4480560"/>
            <a:ext cx="502920" cy="50292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460126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44531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africains à la recherche de missions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663440" y="5257800"/>
            <a:ext cx="502920" cy="50292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41" y="53785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52303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en quête de talents qualifiés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identité chaleureuse et professionnelle, inspirée des couleurs africaines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29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#8B1A1A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primaire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411480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 profond — navbar, boutons, accents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9202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429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#C9A84C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secondaire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4368" y="411480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éléments de valorisation, hover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9202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429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#333333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texte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38928" y="411480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foncé — lisibilité du contenu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173736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9202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3429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fond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33488" y="411480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— arrière-plan principal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18320" y="173736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0" y="19202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8F4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3429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#F8F4F0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alternatif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28048" y="411480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Beige clair — sections alternées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: Awwwards, Dribbble — tendance « Bento Grid »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Typographie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8F4F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Playfair Display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des titres (H1, H2, H3)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serif élégante qui apporte du caractère et une touche éditoriale haut de gamme, en cohérence avec l'identité premium d'AfriTalent.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8F4F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 Sans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du corps de texte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sans-serif moderne et très lisible sur tous les écrans, idéale pour les paragraphes, boutons et éléments d'interface.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projet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SAGNA-FATOU-AfriTalent/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freelances.html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tarif.html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about.html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style.css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(logos, photos, icones)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Presentation.pptx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pages reliées par une navigation cohérente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965960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075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1929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0" y="2258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: hero, statistiques, bento grid, témoignages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2807208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9169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2770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75120" y="30998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filtrable de 9 profils freelances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3648456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581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tarif.html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675120" y="3941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+ FAQ en accordion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4489704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459943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675120" y="4782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équipe, valeurs, chiffres clés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035040" y="5330952"/>
            <a:ext cx="457200" cy="457200"/>
          </a:xfrm>
          <a:prstGeom prst="ellipse">
            <a:avLst/>
          </a:prstGeom>
          <a:solidFill>
            <a:srgbClr val="8B1A1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544068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5294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675120" y="5623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en JS + carte Google Maps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du 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Capturez vos propres écrans et glissez-les ici avant la soutenance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9050">
            <a:solidFill>
              <a:srgbClr val="D9D2C5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3063240"/>
            <a:ext cx="640080" cy="64008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459" y="3216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(hero + stats)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9050">
            <a:solidFill>
              <a:srgbClr val="D9D2C5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3063240"/>
            <a:ext cx="640080" cy="64008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79" y="3216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des freelances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9050">
            <a:solidFill>
              <a:srgbClr val="D9D2C5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55480" y="3063240"/>
            <a:ext cx="640080" cy="64008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099" y="3216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tarifs + FAQ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18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2039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sauvegardé dans localStorage, persiste entre les pages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19348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18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 dynamique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039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style au scroll (ombre, padding)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1089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429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362651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Compteurs animés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920240" y="3730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anime les statistiques au scroll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1089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429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362651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Filtrage freelances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98080" y="3730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par catégorie sans rechargement de page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800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24" name="Shape 18"/>
          <p:cNvSpPr/>
          <p:nvPr/>
        </p:nvSpPr>
        <p:spPr>
          <a:xfrm>
            <a:off x="914400" y="5120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" y="531815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20240" y="5001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formulaire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920240" y="54223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longueur minimale, messages d'erreur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217920" y="4800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8F4F0"/>
          </a:solidFill>
          <a:ln/>
        </p:spPr>
      </p:sp>
      <p:sp>
        <p:nvSpPr>
          <p:cNvPr id="29" name="Shape 22"/>
          <p:cNvSpPr/>
          <p:nvPr/>
        </p:nvSpPr>
        <p:spPr>
          <a:xfrm>
            <a:off x="6492240" y="5120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750" y="531815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0" y="5001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en haut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7498080" y="54223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flottant avec smooth scroll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&amp; CSS avancé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Bootstrap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(navbar-expand-lg)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pour profils, services, témoignages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pour les avis clients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pour la FAQ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col-12 / col-md-6 / col-lg-4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avancé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8745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(--couleur-primaire, etc.)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avec CSS Grid (spans asymétriques)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et animations au hover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: 375px / 768px / 1200px+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pour une typographie fluide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Bento Grid en CSS Grid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#how-it-works .row { display: grid; grid-template-columns: repeat(3, 1fr);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#how-it-works .row &gt; div:nth-child(1) { grid-column: span 2; 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0" cy="73152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63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structurés, un par étape clé du projet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2267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structure HTML de 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29809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712464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70432" y="3694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70432" y="4407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hover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138928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70432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responsive, media queries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2286000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48272" y="2267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mode, navbar dynamique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2999232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48272" y="29809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animés, fade-in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3712464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48272" y="3694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et validation formulaire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4425696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48272" y="4407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 et commentaires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5138928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621792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48272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+ README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50000"/>
            </a:avLst>
          </a:prstGeom>
          <a:solidFill>
            <a:srgbClr val="F8F4F0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Site en ligne : fasagna13.github.io/SAGNA-FATOU-AfriTalent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des statistiques dans le Hero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statistiques en position absolute se chevauchaient avec le contenu du hero sur certains écrans.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en position static et ajustement de la hauteur du hero pour un affichage stable.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73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3246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 non responsive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6118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asymétrique (cartes de tailles différentes) cassait l'affichage sur mobile et tablette.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00200" y="4023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media queries qui réinitialisent les grid-column/grid-row à 768px et 375px.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4937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Filtrage dynamique des freelances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5303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cibler les bonnes cartes à cacher/afficher sans rechargement de page.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00200" y="5715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mots-clés par catégorie et de closest() pour cibler le bon conteneur.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et documentation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019" y="1982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MDN Web Docs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CSS, JavaScript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9" name="Shape 6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39" y="19824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Docs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grille, utilitaires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14" name="Shape 10"/>
          <p:cNvSpPr/>
          <p:nvPr/>
        </p:nvSpPr>
        <p:spPr>
          <a:xfrm>
            <a:off x="946404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659" y="19824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Playfair Display &amp; DM Sans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749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19" name="Shape 14"/>
          <p:cNvSpPr/>
          <p:nvPr/>
        </p:nvSpPr>
        <p:spPr>
          <a:xfrm>
            <a:off x="2057400" y="4023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019" y="41769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 Validator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2960" y="5166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la structure HTML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3749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24" name="Shape 18"/>
          <p:cNvSpPr/>
          <p:nvPr/>
        </p:nvSpPr>
        <p:spPr>
          <a:xfrm>
            <a:off x="5760720" y="4023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39" y="417697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Coolors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26280" y="5166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la palette de couleurs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749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8F4F0"/>
          </a:solidFill>
          <a:ln/>
        </p:spPr>
      </p:sp>
      <p:sp>
        <p:nvSpPr>
          <p:cNvPr id="29" name="Shape 22"/>
          <p:cNvSpPr/>
          <p:nvPr/>
        </p:nvSpPr>
        <p:spPr>
          <a:xfrm>
            <a:off x="9464040" y="4023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659" y="417697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Awwwards / Dribbble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29600" y="5166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design Bento Grid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E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8B1A1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A8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1579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sur les 5 pages • Dark mode • Filtrage des freelances • Formulaire de contact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5029200"/>
            <a:ext cx="5486400" cy="594360"/>
          </a:xfrm>
          <a:prstGeom prst="roundRect">
            <a:avLst>
              <a:gd name="adj" fmla="val 49231"/>
            </a:avLst>
          </a:prstGeom>
          <a:solidFill>
            <a:srgbClr val="A84444"/>
          </a:solidFill>
          <a:ln/>
        </p:spPr>
      </p:sp>
      <p:sp>
        <p:nvSpPr>
          <p:cNvPr id="8" name="Text 5"/>
          <p:cNvSpPr/>
          <p:nvPr/>
        </p:nvSpPr>
        <p:spPr>
          <a:xfrm>
            <a:off x="3337560" y="5029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fasagna13.github.io/SAGNA-FATOU-AfriTalent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F8F4F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m'a permis de mettre en pratique l'ensemble des compétences acquises ce semestre : structuration HTML sémantique, mise en page CSS avancée (Bento Grid, responsive), interactivité JavaScript, et gestion de projet avec Git/GitHub.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360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45079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réel avec base de données pour les inscriptions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76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51480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d'authentification freelance / entreprise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5806440"/>
            <a:ext cx="457200" cy="457200"/>
          </a:xfrm>
          <a:prstGeom prst="ellipse">
            <a:avLst/>
          </a:prstGeom>
          <a:solidFill>
            <a:srgbClr val="F8F4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9161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57881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avec statistiques personnalisées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E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1A1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66360" y="4297680"/>
            <a:ext cx="18288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SAGNA Fatou — ISI Semestre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Presentation</dc:title>
  <dc:subject>PptxGenJS Presentation</dc:subject>
  <dc:creator>SAGNA Fatou</dc:creator>
  <cp:lastModifiedBy>SAGNA Fatou</cp:lastModifiedBy>
  <cp:revision>1</cp:revision>
  <dcterms:created xsi:type="dcterms:W3CDTF">2026-06-17T10:22:00Z</dcterms:created>
  <dcterms:modified xsi:type="dcterms:W3CDTF">2026-06-17T10:22:00Z</dcterms:modified>
</cp:coreProperties>
</file>